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22" r:id="rId5"/>
    <p:sldId id="321" r:id="rId6"/>
    <p:sldId id="320" r:id="rId7"/>
    <p:sldId id="319" r:id="rId8"/>
    <p:sldId id="318" r:id="rId9"/>
    <p:sldId id="316" r:id="rId10"/>
    <p:sldId id="323" r:id="rId11"/>
    <p:sldId id="3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06FF0-7632-4B6B-AEF7-47BB76589669}" v="23" dt="2026-02-18T22:39:26.183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610" y="-533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Prototype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Main functionalities</a:t>
            </a:r>
          </a:p>
          <a:p>
            <a:r>
              <a:rPr lang="en-US" dirty="0"/>
              <a:t>UI Structure</a:t>
            </a:r>
          </a:p>
          <a:p>
            <a:r>
              <a:rPr lang="en-US" dirty="0"/>
              <a:t>Design Choices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637" y="-1291"/>
            <a:ext cx="3332546" cy="749085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5CFF5-6904-DC73-BC49-FA71EE4FA2E2}"/>
              </a:ext>
            </a:extLst>
          </p:cNvPr>
          <p:cNvSpPr txBox="1"/>
          <p:nvPr/>
        </p:nvSpPr>
        <p:spPr>
          <a:xfrm>
            <a:off x="1726162" y="1716481"/>
            <a:ext cx="943976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SitSmart</a:t>
            </a:r>
            <a:r>
              <a:rPr lang="en-US" dirty="0"/>
              <a:t> – easy start for reliable and reputable sitters </a:t>
            </a:r>
          </a:p>
          <a:p>
            <a:endParaRPr lang="en-US" dirty="0"/>
          </a:p>
          <a:p>
            <a:r>
              <a:rPr lang="en-US" err="1"/>
              <a:t>SitSmart</a:t>
            </a:r>
            <a:r>
              <a:rPr lang="en-US" dirty="0"/>
              <a:t> is a web-based babysitting platform that connects parents with verified babysitters. It allows booking, messaging, and schedule management in one place.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Actors:</a:t>
            </a:r>
          </a:p>
          <a:p>
            <a:r>
              <a:rPr lang="en-US" dirty="0"/>
              <a:t>Parent and Babysitter</a:t>
            </a:r>
          </a:p>
          <a:p>
            <a:endParaRPr lang="en-US" dirty="0"/>
          </a:p>
          <a:p>
            <a:r>
              <a:rPr lang="en-US" dirty="0"/>
              <a:t>Purpose:</a:t>
            </a:r>
          </a:p>
          <a:p>
            <a:r>
              <a:rPr lang="en-US" dirty="0"/>
              <a:t>Parents can find trustworthy babysitters in their area, and babysitters can find jobs and earn a steady income.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/>
          <a:lstStyle/>
          <a:p>
            <a:r>
              <a:rPr lang="en-US" dirty="0"/>
              <a:t>Main Functionalities 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Parent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Browse Babysitters </a:t>
            </a:r>
          </a:p>
          <a:p>
            <a:r>
              <a:rPr lang="en-US" dirty="0"/>
              <a:t>View Profiles</a:t>
            </a:r>
          </a:p>
          <a:p>
            <a:r>
              <a:rPr lang="en-US" dirty="0"/>
              <a:t>Book sessions</a:t>
            </a:r>
          </a:p>
          <a:p>
            <a:r>
              <a:rPr lang="en-US" dirty="0"/>
              <a:t>Message sitter</a:t>
            </a:r>
          </a:p>
          <a:p>
            <a:r>
              <a:rPr lang="en-US" dirty="0"/>
              <a:t>Manage bookings </a:t>
            </a:r>
          </a:p>
          <a:p>
            <a:pPr>
              <a:buFont typeface="Arial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Babysitter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4627186" cy="4119463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F138-F339-8C8D-0EF3-61039DFE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8804-4773-55E4-7015-4653D5E0180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/>
              <a:t>Parent:</a:t>
            </a:r>
          </a:p>
          <a:p>
            <a:r>
              <a:rPr lang="en-US" dirty="0"/>
              <a:t>Login -&gt; Dashboard -&gt; View Babysitter -&gt; Book -&gt; Message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E714D-EC38-F584-0F8F-4EB62EDD3F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Babysitter:</a:t>
            </a:r>
          </a:p>
          <a:p>
            <a:r>
              <a:rPr lang="en-US" dirty="0"/>
              <a:t>Login -&gt; Dashboard -&gt; View Requests -&gt; Accept Job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4E75F-A22E-807D-7DD5-06AF02BB1F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3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Office PowerPoint</Application>
  <PresentationFormat>Widescreen</PresentationFormat>
  <Paragraphs>118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Custom</vt:lpstr>
      <vt:lpstr>Prototype Presentation</vt:lpstr>
      <vt:lpstr>Agenda</vt:lpstr>
      <vt:lpstr>Project Overview </vt:lpstr>
      <vt:lpstr>Main Functionalities </vt:lpstr>
      <vt:lpstr>Parent</vt:lpstr>
      <vt:lpstr>Babysitter</vt:lpstr>
      <vt:lpstr>UI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126</cp:revision>
  <dcterms:created xsi:type="dcterms:W3CDTF">2026-02-16T20:13:06Z</dcterms:created>
  <dcterms:modified xsi:type="dcterms:W3CDTF">2026-02-18T22:40:45Z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